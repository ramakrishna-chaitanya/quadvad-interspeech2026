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05223-DC20-08E3-632D-5EAF38C6D111}" v="1112" dt="2026-06-16T12:07:26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krishna Rachumallu" userId="S::ramakrishna.rachumallu@meeamitech.com::1718dc82-c417-4fe4-83cd-3ec7b684882c" providerId="AD" clId="Web-{13E05223-DC20-08E3-632D-5EAF38C6D111}"/>
    <pc:docChg chg="addSld delSld modSld">
      <pc:chgData name="Ramakrishna Rachumallu" userId="S::ramakrishna.rachumallu@meeamitech.com::1718dc82-c417-4fe4-83cd-3ec7b684882c" providerId="AD" clId="Web-{13E05223-DC20-08E3-632D-5EAF38C6D111}" dt="2026-06-16T12:07:26.491" v="704" actId="1076"/>
      <pc:docMkLst>
        <pc:docMk/>
      </pc:docMkLst>
      <pc:sldChg chg="addSp delSp modSp">
        <pc:chgData name="Ramakrishna Rachumallu" userId="S::ramakrishna.rachumallu@meeamitech.com::1718dc82-c417-4fe4-83cd-3ec7b684882c" providerId="AD" clId="Web-{13E05223-DC20-08E3-632D-5EAF38C6D111}" dt="2026-06-16T12:03:45.434" v="694" actId="1076"/>
        <pc:sldMkLst>
          <pc:docMk/>
          <pc:sldMk cId="109857222" sldId="256"/>
        </pc:sldMkLst>
        <pc:spChg chg="add del mod">
          <ac:chgData name="Ramakrishna Rachumallu" userId="S::ramakrishna.rachumallu@meeamitech.com::1718dc82-c417-4fe4-83cd-3ec7b684882c" providerId="AD" clId="Web-{13E05223-DC20-08E3-632D-5EAF38C6D111}" dt="2026-06-16T12:03:45.434" v="694" actId="1076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Ramakrishna Rachumallu" userId="S::ramakrishna.rachumallu@meeamitech.com::1718dc82-c417-4fe4-83cd-3ec7b684882c" providerId="AD" clId="Web-{13E05223-DC20-08E3-632D-5EAF38C6D111}" dt="2026-06-16T11:19:12.977" v="24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Ramakrishna Rachumallu" userId="S::ramakrishna.rachumallu@meeamitech.com::1718dc82-c417-4fe4-83cd-3ec7b684882c" providerId="AD" clId="Web-{13E05223-DC20-08E3-632D-5EAF38C6D111}" dt="2026-06-16T12:03:38.199" v="689"/>
          <ac:spMkLst>
            <pc:docMk/>
            <pc:sldMk cId="109857222" sldId="256"/>
            <ac:spMk id="5" creationId="{23313A76-D49D-9E36-CB69-EF6858A476B8}"/>
          </ac:spMkLst>
        </pc:spChg>
      </pc:sldChg>
      <pc:sldChg chg="addSp delSp modSp new mod modMedia setBg addAnim">
        <pc:chgData name="Ramakrishna Rachumallu" userId="S::ramakrishna.rachumallu@meeamitech.com::1718dc82-c417-4fe4-83cd-3ec7b684882c" providerId="AD" clId="Web-{13E05223-DC20-08E3-632D-5EAF38C6D111}" dt="2026-06-16T12:05:26.564" v="696" actId="1076"/>
        <pc:sldMkLst>
          <pc:docMk/>
          <pc:sldMk cId="1227328977" sldId="257"/>
        </pc:sldMkLst>
        <pc:spChg chg="del">
          <ac:chgData name="Ramakrishna Rachumallu" userId="S::ramakrishna.rachumallu@meeamitech.com::1718dc82-c417-4fe4-83cd-3ec7b684882c" providerId="AD" clId="Web-{13E05223-DC20-08E3-632D-5EAF38C6D111}" dt="2026-06-16T08:14:28.100" v="1"/>
          <ac:spMkLst>
            <pc:docMk/>
            <pc:sldMk cId="1227328977" sldId="257"/>
            <ac:spMk id="2" creationId="{DA720008-49A3-1A4E-229C-22A7142822D5}"/>
          </ac:spMkLst>
        </pc:spChg>
        <pc:spChg chg="add mod">
          <ac:chgData name="Ramakrishna Rachumallu" userId="S::ramakrishna.rachumallu@meeamitech.com::1718dc82-c417-4fe4-83cd-3ec7b684882c" providerId="AD" clId="Web-{13E05223-DC20-08E3-632D-5EAF38C6D111}" dt="2026-06-16T11:55:43.319" v="451" actId="20577"/>
          <ac:spMkLst>
            <pc:docMk/>
            <pc:sldMk cId="1227328977" sldId="257"/>
            <ac:spMk id="4" creationId="{C23C87C3-DDF8-A0A3-2CF3-0BCDC7A8F2BA}"/>
          </ac:spMkLst>
        </pc:spChg>
        <pc:picChg chg="add del mod">
          <ac:chgData name="Ramakrishna Rachumallu" userId="S::ramakrishna.rachumallu@meeamitech.com::1718dc82-c417-4fe4-83cd-3ec7b684882c" providerId="AD" clId="Web-{13E05223-DC20-08E3-632D-5EAF38C6D111}" dt="2026-06-16T11:35:01.159" v="58"/>
          <ac:picMkLst>
            <pc:docMk/>
            <pc:sldMk cId="1227328977" sldId="257"/>
            <ac:picMk id="2" creationId="{24E64A76-74A5-7D67-39C4-33EB79E93BC4}"/>
          </ac:picMkLst>
        </pc:picChg>
        <pc:picChg chg="add mod">
          <ac:chgData name="Ramakrishna Rachumallu" userId="S::ramakrishna.rachumallu@meeamitech.com::1718dc82-c417-4fe4-83cd-3ec7b684882c" providerId="AD" clId="Web-{13E05223-DC20-08E3-632D-5EAF38C6D111}" dt="2026-06-16T11:36:05.317" v="65" actId="1076"/>
          <ac:picMkLst>
            <pc:docMk/>
            <pc:sldMk cId="1227328977" sldId="257"/>
            <ac:picMk id="3" creationId="{9F73A327-4AFF-2B93-1E20-152D6DBE45B8}"/>
          </ac:picMkLst>
        </pc:picChg>
        <pc:picChg chg="add mod">
          <ac:chgData name="Ramakrishna Rachumallu" userId="S::ramakrishna.rachumallu@meeamitech.com::1718dc82-c417-4fe4-83cd-3ec7b684882c" providerId="AD" clId="Web-{13E05223-DC20-08E3-632D-5EAF38C6D111}" dt="2026-06-16T12:05:26.564" v="696" actId="1076"/>
          <ac:picMkLst>
            <pc:docMk/>
            <pc:sldMk cId="1227328977" sldId="257"/>
            <ac:picMk id="5" creationId="{0FA0DEB8-69EA-57A5-591F-1A4AE8023D9D}"/>
          </ac:picMkLst>
        </pc:picChg>
      </pc:sldChg>
      <pc:sldChg chg="addSp delSp modSp new modMedia addAnim">
        <pc:chgData name="Ramakrishna Rachumallu" userId="S::ramakrishna.rachumallu@meeamitech.com::1718dc82-c417-4fe4-83cd-3ec7b684882c" providerId="AD" clId="Web-{13E05223-DC20-08E3-632D-5EAF38C6D111}" dt="2026-06-16T12:05:55.502" v="698" actId="1076"/>
        <pc:sldMkLst>
          <pc:docMk/>
          <pc:sldMk cId="3395648814" sldId="258"/>
        </pc:sldMkLst>
        <pc:spChg chg="del">
          <ac:chgData name="Ramakrishna Rachumallu" userId="S::ramakrishna.rachumallu@meeamitech.com::1718dc82-c417-4fe4-83cd-3ec7b684882c" providerId="AD" clId="Web-{13E05223-DC20-08E3-632D-5EAF38C6D111}" dt="2026-06-16T11:40:26.437" v="261"/>
          <ac:spMkLst>
            <pc:docMk/>
            <pc:sldMk cId="3395648814" sldId="258"/>
            <ac:spMk id="2" creationId="{6AEF429A-4F1B-3549-9BD3-FC9B1960ABEA}"/>
          </ac:spMkLst>
        </pc:spChg>
        <pc:spChg chg="del">
          <ac:chgData name="Ramakrishna Rachumallu" userId="S::ramakrishna.rachumallu@meeamitech.com::1718dc82-c417-4fe4-83cd-3ec7b684882c" providerId="AD" clId="Web-{13E05223-DC20-08E3-632D-5EAF38C6D111}" dt="2026-06-16T11:40:29.609" v="262"/>
          <ac:spMkLst>
            <pc:docMk/>
            <pc:sldMk cId="3395648814" sldId="258"/>
            <ac:spMk id="3" creationId="{3AC7C423-3082-DEDB-3A63-22081015E766}"/>
          </ac:spMkLst>
        </pc:spChg>
        <pc:spChg chg="add mod">
          <ac:chgData name="Ramakrishna Rachumallu" userId="S::ramakrishna.rachumallu@meeamitech.com::1718dc82-c417-4fe4-83cd-3ec7b684882c" providerId="AD" clId="Web-{13E05223-DC20-08E3-632D-5EAF38C6D111}" dt="2026-06-16T11:55:12.412" v="449" actId="14100"/>
          <ac:spMkLst>
            <pc:docMk/>
            <pc:sldMk cId="3395648814" sldId="258"/>
            <ac:spMk id="6" creationId="{C57AE0BE-6098-C1A1-BF93-A2DABFBBE64F}"/>
          </ac:spMkLst>
        </pc:spChg>
        <pc:picChg chg="add del mod">
          <ac:chgData name="Ramakrishna Rachumallu" userId="S::ramakrishna.rachumallu@meeamitech.com::1718dc82-c417-4fe4-83cd-3ec7b684882c" providerId="AD" clId="Web-{13E05223-DC20-08E3-632D-5EAF38C6D111}" dt="2026-06-16T11:42:29.801" v="284"/>
          <ac:picMkLst>
            <pc:docMk/>
            <pc:sldMk cId="3395648814" sldId="258"/>
            <ac:picMk id="4" creationId="{71EDA2D5-A398-AA30-D937-F4547A9EB21D}"/>
          </ac:picMkLst>
        </pc:picChg>
        <pc:picChg chg="add mod">
          <ac:chgData name="Ramakrishna Rachumallu" userId="S::ramakrishna.rachumallu@meeamitech.com::1718dc82-c417-4fe4-83cd-3ec7b684882c" providerId="AD" clId="Web-{13E05223-DC20-08E3-632D-5EAF38C6D111}" dt="2026-06-16T11:48:36.209" v="358" actId="1076"/>
          <ac:picMkLst>
            <pc:docMk/>
            <pc:sldMk cId="3395648814" sldId="258"/>
            <ac:picMk id="7" creationId="{36890510-A16B-4914-CA3D-A1C39198BC68}"/>
          </ac:picMkLst>
        </pc:picChg>
        <pc:picChg chg="add mod">
          <ac:chgData name="Ramakrishna Rachumallu" userId="S::ramakrishna.rachumallu@meeamitech.com::1718dc82-c417-4fe4-83cd-3ec7b684882c" providerId="AD" clId="Web-{13E05223-DC20-08E3-632D-5EAF38C6D111}" dt="2026-06-16T12:05:55.502" v="698" actId="1076"/>
          <ac:picMkLst>
            <pc:docMk/>
            <pc:sldMk cId="3395648814" sldId="258"/>
            <ac:picMk id="8" creationId="{DC4EE244-C37B-1EA9-CF62-E0FE22F9514C}"/>
          </ac:picMkLst>
        </pc:picChg>
      </pc:sldChg>
      <pc:sldChg chg="addSp delSp modSp add replId modMedia addAnim">
        <pc:chgData name="Ramakrishna Rachumallu" userId="S::ramakrishna.rachumallu@meeamitech.com::1718dc82-c417-4fe4-83cd-3ec7b684882c" providerId="AD" clId="Web-{13E05223-DC20-08E3-632D-5EAF38C6D111}" dt="2026-06-16T12:06:27.238" v="700" actId="1076"/>
        <pc:sldMkLst>
          <pc:docMk/>
          <pc:sldMk cId="1678446893" sldId="259"/>
        </pc:sldMkLst>
        <pc:spChg chg="mod">
          <ac:chgData name="Ramakrishna Rachumallu" userId="S::ramakrishna.rachumallu@meeamitech.com::1718dc82-c417-4fe4-83cd-3ec7b684882c" providerId="AD" clId="Web-{13E05223-DC20-08E3-632D-5EAF38C6D111}" dt="2026-06-16T11:56:28.071" v="465" actId="20577"/>
          <ac:spMkLst>
            <pc:docMk/>
            <pc:sldMk cId="1678446893" sldId="259"/>
            <ac:spMk id="6" creationId="{3C5E207E-028A-29A7-672F-F10AB62844A9}"/>
          </ac:spMkLst>
        </pc:spChg>
        <pc:picChg chg="add mod">
          <ac:chgData name="Ramakrishna Rachumallu" userId="S::ramakrishna.rachumallu@meeamitech.com::1718dc82-c417-4fe4-83cd-3ec7b684882c" providerId="AD" clId="Web-{13E05223-DC20-08E3-632D-5EAF38C6D111}" dt="2026-06-16T11:45:09.246" v="309" actId="1076"/>
          <ac:picMkLst>
            <pc:docMk/>
            <pc:sldMk cId="1678446893" sldId="259"/>
            <ac:picMk id="2" creationId="{4F78F166-25C9-CAAB-D1F1-A8C33ED8E04F}"/>
          </ac:picMkLst>
        </pc:picChg>
        <pc:picChg chg="add mod">
          <ac:chgData name="Ramakrishna Rachumallu" userId="S::ramakrishna.rachumallu@meeamitech.com::1718dc82-c417-4fe4-83cd-3ec7b684882c" providerId="AD" clId="Web-{13E05223-DC20-08E3-632D-5EAF38C6D111}" dt="2026-06-16T12:06:27.238" v="700" actId="1076"/>
          <ac:picMkLst>
            <pc:docMk/>
            <pc:sldMk cId="1678446893" sldId="259"/>
            <ac:picMk id="3" creationId="{EA2351FC-2178-F13C-49EF-80D5BEEFEF65}"/>
          </ac:picMkLst>
        </pc:picChg>
        <pc:picChg chg="del">
          <ac:chgData name="Ramakrishna Rachumallu" userId="S::ramakrishna.rachumallu@meeamitech.com::1718dc82-c417-4fe4-83cd-3ec7b684882c" providerId="AD" clId="Web-{13E05223-DC20-08E3-632D-5EAF38C6D111}" dt="2026-06-16T11:43:52.649" v="303"/>
          <ac:picMkLst>
            <pc:docMk/>
            <pc:sldMk cId="1678446893" sldId="259"/>
            <ac:picMk id="7" creationId="{84EC3FA0-AF0F-AE0D-A2CF-F8F8202C8824}"/>
          </ac:picMkLst>
        </pc:picChg>
      </pc:sldChg>
      <pc:sldChg chg="new del">
        <pc:chgData name="Ramakrishna Rachumallu" userId="S::ramakrishna.rachumallu@meeamitech.com::1718dc82-c417-4fe4-83cd-3ec7b684882c" providerId="AD" clId="Web-{13E05223-DC20-08E3-632D-5EAF38C6D111}" dt="2026-06-16T11:49:12.976" v="360"/>
        <pc:sldMkLst>
          <pc:docMk/>
          <pc:sldMk cId="714315210" sldId="260"/>
        </pc:sldMkLst>
      </pc:sldChg>
      <pc:sldChg chg="addSp delSp modSp add replId modMedia addAnim">
        <pc:chgData name="Ramakrishna Rachumallu" userId="S::ramakrishna.rachumallu@meeamitech.com::1718dc82-c417-4fe4-83cd-3ec7b684882c" providerId="AD" clId="Web-{13E05223-DC20-08E3-632D-5EAF38C6D111}" dt="2026-06-16T12:07:08.724" v="702" actId="1076"/>
        <pc:sldMkLst>
          <pc:docMk/>
          <pc:sldMk cId="2514658038" sldId="260"/>
        </pc:sldMkLst>
        <pc:spChg chg="mod">
          <ac:chgData name="Ramakrishna Rachumallu" userId="S::ramakrishna.rachumallu@meeamitech.com::1718dc82-c417-4fe4-83cd-3ec7b684882c" providerId="AD" clId="Web-{13E05223-DC20-08E3-632D-5EAF38C6D111}" dt="2026-06-16T11:57:12.010" v="476" actId="14100"/>
          <ac:spMkLst>
            <pc:docMk/>
            <pc:sldMk cId="2514658038" sldId="260"/>
            <ac:spMk id="6" creationId="{47901732-223F-8599-0430-CEF9AF5188E4}"/>
          </ac:spMkLst>
        </pc:spChg>
        <pc:picChg chg="del">
          <ac:chgData name="Ramakrishna Rachumallu" userId="S::ramakrishna.rachumallu@meeamitech.com::1718dc82-c417-4fe4-83cd-3ec7b684882c" providerId="AD" clId="Web-{13E05223-DC20-08E3-632D-5EAF38C6D111}" dt="2026-06-16T11:49:19.648" v="362"/>
          <ac:picMkLst>
            <pc:docMk/>
            <pc:sldMk cId="2514658038" sldId="260"/>
            <ac:picMk id="2" creationId="{1AC1EB6F-1D26-6729-43AA-CC80CB895DF6}"/>
          </ac:picMkLst>
        </pc:picChg>
        <pc:picChg chg="add mod">
          <ac:chgData name="Ramakrishna Rachumallu" userId="S::ramakrishna.rachumallu@meeamitech.com::1718dc82-c417-4fe4-83cd-3ec7b684882c" providerId="AD" clId="Web-{13E05223-DC20-08E3-632D-5EAF38C6D111}" dt="2026-06-16T11:49:59.775" v="369" actId="1076"/>
          <ac:picMkLst>
            <pc:docMk/>
            <pc:sldMk cId="2514658038" sldId="260"/>
            <ac:picMk id="3" creationId="{1F4C2ED6-7BEA-2694-DD23-F89AACF5FD03}"/>
          </ac:picMkLst>
        </pc:picChg>
        <pc:picChg chg="add mod">
          <ac:chgData name="Ramakrishna Rachumallu" userId="S::ramakrishna.rachumallu@meeamitech.com::1718dc82-c417-4fe4-83cd-3ec7b684882c" providerId="AD" clId="Web-{13E05223-DC20-08E3-632D-5EAF38C6D111}" dt="2026-06-16T12:07:08.724" v="702" actId="1076"/>
          <ac:picMkLst>
            <pc:docMk/>
            <pc:sldMk cId="2514658038" sldId="260"/>
            <ac:picMk id="4" creationId="{D7F0F0DE-32A2-72F9-FE13-A196266D23D5}"/>
          </ac:picMkLst>
        </pc:picChg>
      </pc:sldChg>
      <pc:sldChg chg="addSp delSp modSp add replId modMedia addAnim">
        <pc:chgData name="Ramakrishna Rachumallu" userId="S::ramakrishna.rachumallu@meeamitech.com::1718dc82-c417-4fe4-83cd-3ec7b684882c" providerId="AD" clId="Web-{13E05223-DC20-08E3-632D-5EAF38C6D111}" dt="2026-06-16T12:07:26.491" v="704" actId="1076"/>
        <pc:sldMkLst>
          <pc:docMk/>
          <pc:sldMk cId="610372156" sldId="261"/>
        </pc:sldMkLst>
        <pc:spChg chg="mod">
          <ac:chgData name="Ramakrishna Rachumallu" userId="S::ramakrishna.rachumallu@meeamitech.com::1718dc82-c417-4fe4-83cd-3ec7b684882c" providerId="AD" clId="Web-{13E05223-DC20-08E3-632D-5EAF38C6D111}" dt="2026-06-16T11:57:20.307" v="478" actId="14100"/>
          <ac:spMkLst>
            <pc:docMk/>
            <pc:sldMk cId="610372156" sldId="261"/>
            <ac:spMk id="6" creationId="{B14F7DB4-02CB-14BA-FD2F-ED6C23CAB6E0}"/>
          </ac:spMkLst>
        </pc:spChg>
        <pc:picChg chg="add mod">
          <ac:chgData name="Ramakrishna Rachumallu" userId="S::ramakrishna.rachumallu@meeamitech.com::1718dc82-c417-4fe4-83cd-3ec7b684882c" providerId="AD" clId="Web-{13E05223-DC20-08E3-632D-5EAF38C6D111}" dt="2026-06-16T11:51:59.983" v="383" actId="1076"/>
          <ac:picMkLst>
            <pc:docMk/>
            <pc:sldMk cId="610372156" sldId="261"/>
            <ac:picMk id="2" creationId="{1CE6BA19-20C8-AE54-3CE0-E03362F5D5D7}"/>
          </ac:picMkLst>
        </pc:picChg>
        <pc:picChg chg="del">
          <ac:chgData name="Ramakrishna Rachumallu" userId="S::ramakrishna.rachumallu@meeamitech.com::1718dc82-c417-4fe4-83cd-3ec7b684882c" providerId="AD" clId="Web-{13E05223-DC20-08E3-632D-5EAF38C6D111}" dt="2026-06-16T11:51:00.871" v="378"/>
          <ac:picMkLst>
            <pc:docMk/>
            <pc:sldMk cId="610372156" sldId="261"/>
            <ac:picMk id="3" creationId="{B17E5D96-D20B-2D5E-257F-A5B3F08B086D}"/>
          </ac:picMkLst>
        </pc:picChg>
        <pc:picChg chg="add mod">
          <ac:chgData name="Ramakrishna Rachumallu" userId="S::ramakrishna.rachumallu@meeamitech.com::1718dc82-c417-4fe4-83cd-3ec7b684882c" providerId="AD" clId="Web-{13E05223-DC20-08E3-632D-5EAF38C6D111}" dt="2026-06-16T12:07:26.491" v="704" actId="1076"/>
          <ac:picMkLst>
            <pc:docMk/>
            <pc:sldMk cId="610372156" sldId="261"/>
            <ac:picMk id="4" creationId="{ACDBBA21-13CB-3084-7639-47B6CD05BC04}"/>
          </ac:picMkLst>
        </pc:picChg>
      </pc:sldChg>
      <pc:sldChg chg="new del">
        <pc:chgData name="Ramakrishna Rachumallu" userId="S::ramakrishna.rachumallu@meeamitech.com::1718dc82-c417-4fe4-83cd-3ec7b684882c" providerId="AD" clId="Web-{13E05223-DC20-08E3-632D-5EAF38C6D111}" dt="2026-06-16T11:50:52.339" v="376"/>
        <pc:sldMkLst>
          <pc:docMk/>
          <pc:sldMk cId="2737297270" sldId="261"/>
        </pc:sldMkLst>
      </pc:sldChg>
      <pc:sldChg chg="modSp new">
        <pc:chgData name="Ramakrishna Rachumallu" userId="S::ramakrishna.rachumallu@meeamitech.com::1718dc82-c417-4fe4-83cd-3ec7b684882c" providerId="AD" clId="Web-{13E05223-DC20-08E3-632D-5EAF38C6D111}" dt="2026-06-16T12:02:11.086" v="684" actId="20577"/>
        <pc:sldMkLst>
          <pc:docMk/>
          <pc:sldMk cId="387051084" sldId="262"/>
        </pc:sldMkLst>
        <pc:spChg chg="mod">
          <ac:chgData name="Ramakrishna Rachumallu" userId="S::ramakrishna.rachumallu@meeamitech.com::1718dc82-c417-4fe4-83cd-3ec7b684882c" providerId="AD" clId="Web-{13E05223-DC20-08E3-632D-5EAF38C6D111}" dt="2026-06-16T12:02:11.086" v="684" actId="20577"/>
          <ac:spMkLst>
            <pc:docMk/>
            <pc:sldMk cId="387051084" sldId="262"/>
            <ac:spMk id="2" creationId="{CA402D33-5133-4E95-EB5F-CDB40A8F7B1B}"/>
          </ac:spMkLst>
        </pc:spChg>
        <pc:spChg chg="mod">
          <ac:chgData name="Ramakrishna Rachumallu" userId="S::ramakrishna.rachumallu@meeamitech.com::1718dc82-c417-4fe4-83cd-3ec7b684882c" providerId="AD" clId="Web-{13E05223-DC20-08E3-632D-5EAF38C6D111}" dt="2026-06-16T12:02:02.632" v="682" actId="20577"/>
          <ac:spMkLst>
            <pc:docMk/>
            <pc:sldMk cId="387051084" sldId="262"/>
            <ac:spMk id="3" creationId="{0C29CA5F-96AF-0023-3047-75AAA882F2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7170" y="296266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ea typeface="+mj-lt"/>
                <a:cs typeface="+mj-lt"/>
              </a:rPr>
              <a:t>QuadVAD</a:t>
            </a:r>
            <a:r>
              <a:rPr lang="en-US" b="1" dirty="0">
                <a:ea typeface="+mj-lt"/>
                <a:cs typeface="+mj-lt"/>
              </a:rPr>
              <a:t> vs. Baseline Models: Accuracy Comparison</a:t>
            </a: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2D33-5133-4E95-EB5F-CDB40A8F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06" y="494521"/>
            <a:ext cx="10515600" cy="649828"/>
          </a:xfrm>
        </p:spPr>
        <p:txBody>
          <a:bodyPr>
            <a:normAutofit fontScale="90000"/>
          </a:bodyPr>
          <a:lstStyle/>
          <a:p>
            <a:r>
              <a:rPr lang="en-US"/>
              <a:t>Test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9CA5F-96AF-0023-3047-75AAA882F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08" y="143743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>
                <a:ea typeface="+mn-lt"/>
                <a:cs typeface="+mn-lt"/>
              </a:rPr>
              <a:t>We evaluated </a:t>
            </a:r>
            <a:r>
              <a:rPr lang="en-US" dirty="0" err="1">
                <a:ea typeface="+mn-lt"/>
                <a:cs typeface="+mn-lt"/>
              </a:rPr>
              <a:t>QuadVAD</a:t>
            </a:r>
            <a:r>
              <a:rPr lang="en-US" dirty="0">
                <a:ea typeface="+mn-lt"/>
                <a:cs typeface="+mn-lt"/>
              </a:rPr>
              <a:t> across a range of signal levels (−15 </a:t>
            </a:r>
            <a:r>
              <a:rPr lang="en-US" dirty="0" err="1">
                <a:ea typeface="+mn-lt"/>
                <a:cs typeface="+mn-lt"/>
              </a:rPr>
              <a:t>dBFS</a:t>
            </a:r>
            <a:r>
              <a:rPr lang="en-US" dirty="0">
                <a:ea typeface="+mn-lt"/>
                <a:cs typeface="+mn-lt"/>
              </a:rPr>
              <a:t> to −60 </a:t>
            </a:r>
            <a:r>
              <a:rPr lang="en-US" dirty="0" err="1">
                <a:ea typeface="+mn-lt"/>
                <a:cs typeface="+mn-lt"/>
              </a:rPr>
              <a:t>dBFS</a:t>
            </a:r>
            <a:r>
              <a:rPr lang="en-US" dirty="0">
                <a:ea typeface="+mn-lt"/>
                <a:cs typeface="+mn-lt"/>
              </a:rPr>
              <a:t>), SNR conditions (−5 dB to 20 dB), overlapping speech scenarios, and multiple languages. </a:t>
            </a:r>
            <a:endParaRPr lang="en-US" dirty="0"/>
          </a:p>
          <a:p>
            <a:pPr marL="457200" indent="-457200"/>
            <a:r>
              <a:rPr lang="en-US">
                <a:ea typeface="+mn-lt"/>
                <a:cs typeface="+mn-lt"/>
              </a:rPr>
              <a:t>Boundary detection accuracy </a:t>
            </a:r>
            <a:r>
              <a:rPr lang="en-US" dirty="0">
                <a:ea typeface="+mn-lt"/>
                <a:cs typeface="+mn-lt"/>
              </a:rPr>
              <a:t>was compared against baseline models using manually annotated ground-truth labels. The following slides present representative examples of these evaluations.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5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9F73A327-4AFF-2B93-1E20-152D6DBE4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54" y="542825"/>
            <a:ext cx="7793895" cy="50103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3C87C3-DDF8-A0A3-2CF3-0BCDC7A8F2BA}"/>
              </a:ext>
            </a:extLst>
          </p:cNvPr>
          <p:cNvSpPr txBox="1"/>
          <p:nvPr/>
        </p:nvSpPr>
        <p:spPr>
          <a:xfrm>
            <a:off x="605953" y="5717630"/>
            <a:ext cx="1114280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Our observation: </a:t>
            </a:r>
            <a:r>
              <a:rPr lang="en-US" dirty="0" err="1"/>
              <a:t>Silero</a:t>
            </a:r>
            <a:r>
              <a:rPr lang="en-US" dirty="0"/>
              <a:t> VAD has missed detecting speech segment at around 12 secs, where as, </a:t>
            </a:r>
            <a:r>
              <a:rPr lang="en-US" dirty="0" err="1"/>
              <a:t>QuadVAD</a:t>
            </a:r>
            <a:r>
              <a:rPr lang="en-US" dirty="0"/>
              <a:t> was  able to detect it. Outperformed </a:t>
            </a:r>
            <a:r>
              <a:rPr lang="en-US" dirty="0" err="1"/>
              <a:t>TenVAD</a:t>
            </a:r>
            <a:r>
              <a:rPr lang="en-US" dirty="0"/>
              <a:t> in terms of FP's</a:t>
            </a:r>
          </a:p>
        </p:txBody>
      </p:sp>
      <p:pic>
        <p:nvPicPr>
          <p:cNvPr id="5" name="mix_393">
            <a:hlinkClick r:id="" action="ppaction://media"/>
            <a:extLst>
              <a:ext uri="{FF2B5EF4-FFF2-40B4-BE49-F238E27FC236}">
                <a16:creationId xmlns:a16="http://schemas.microsoft.com/office/drawing/2014/main" id="{0FA0DEB8-69EA-57A5-591F-1A4AE8023D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71554" y="2431271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2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7AE0BE-6098-C1A1-BF93-A2DABFBBE64F}"/>
              </a:ext>
            </a:extLst>
          </p:cNvPr>
          <p:cNvSpPr txBox="1"/>
          <p:nvPr/>
        </p:nvSpPr>
        <p:spPr>
          <a:xfrm>
            <a:off x="605953" y="5717630"/>
            <a:ext cx="1114280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Our observation: </a:t>
            </a:r>
            <a:r>
              <a:rPr lang="en-US" dirty="0" err="1"/>
              <a:t>QuadVAD</a:t>
            </a:r>
            <a:r>
              <a:rPr lang="en-US" b="1" dirty="0"/>
              <a:t> o</a:t>
            </a:r>
            <a:r>
              <a:rPr lang="en-US" dirty="0"/>
              <a:t>utperformed both </a:t>
            </a:r>
            <a:r>
              <a:rPr lang="en-US" dirty="0" err="1"/>
              <a:t>Silero</a:t>
            </a:r>
            <a:r>
              <a:rPr lang="en-US" dirty="0"/>
              <a:t> VAD and </a:t>
            </a:r>
            <a:r>
              <a:rPr lang="en-US" dirty="0" err="1"/>
              <a:t>TenVAD</a:t>
            </a:r>
            <a:r>
              <a:rPr lang="en-US" dirty="0"/>
              <a:t> in terms of FPs (check at ~12.5 seconds)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36890510-A16B-4914-CA3D-A1C39198B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49" y="503207"/>
            <a:ext cx="7806906" cy="5017699"/>
          </a:xfrm>
          <a:prstGeom prst="rect">
            <a:avLst/>
          </a:prstGeom>
        </p:spPr>
      </p:pic>
      <p:pic>
        <p:nvPicPr>
          <p:cNvPr id="8" name="mix_733">
            <a:hlinkClick r:id="" action="ppaction://media"/>
            <a:extLst>
              <a:ext uri="{FF2B5EF4-FFF2-40B4-BE49-F238E27FC236}">
                <a16:creationId xmlns:a16="http://schemas.microsoft.com/office/drawing/2014/main" id="{DC4EE244-C37B-1EA9-CF62-E0FE22F951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70913" y="2416894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4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4A6F-3D31-451F-8949-BBA934066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5E207E-028A-29A7-672F-F10AB62844A9}"/>
              </a:ext>
            </a:extLst>
          </p:cNvPr>
          <p:cNvSpPr txBox="1"/>
          <p:nvPr/>
        </p:nvSpPr>
        <p:spPr>
          <a:xfrm>
            <a:off x="605953" y="5717630"/>
            <a:ext cx="1052457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Our observation: </a:t>
            </a:r>
            <a:r>
              <a:rPr lang="en-US" dirty="0" err="1"/>
              <a:t>QuadVAD</a:t>
            </a:r>
            <a:r>
              <a:rPr lang="en-US" b="1" dirty="0"/>
              <a:t> o</a:t>
            </a:r>
            <a:r>
              <a:rPr lang="en-US" dirty="0"/>
              <a:t>utperformed </a:t>
            </a:r>
            <a:r>
              <a:rPr lang="en-US" dirty="0" err="1"/>
              <a:t>TenVAD</a:t>
            </a:r>
            <a:r>
              <a:rPr lang="en-US" dirty="0"/>
              <a:t> in terms of TPs and slightly better than </a:t>
            </a:r>
            <a:r>
              <a:rPr lang="en-US" dirty="0" err="1"/>
              <a:t>Silero</a:t>
            </a:r>
            <a:r>
              <a:rPr lang="en-US" dirty="0"/>
              <a:t> VAD in terms of FPs (check at ~5.5 seconds)</a:t>
            </a:r>
          </a:p>
        </p:txBody>
      </p:sp>
      <p:pic>
        <p:nvPicPr>
          <p:cNvPr id="2" name="Picture 1" descr="A screenshot of a sound wave&#10;&#10;AI-generated content may be incorrect.">
            <a:extLst>
              <a:ext uri="{FF2B5EF4-FFF2-40B4-BE49-F238E27FC236}">
                <a16:creationId xmlns:a16="http://schemas.microsoft.com/office/drawing/2014/main" id="{4F78F166-25C9-CAAB-D1F1-A8C33ED8E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47" y="546338"/>
            <a:ext cx="7749398" cy="4945813"/>
          </a:xfrm>
          <a:prstGeom prst="rect">
            <a:avLst/>
          </a:prstGeom>
        </p:spPr>
      </p:pic>
      <p:pic>
        <p:nvPicPr>
          <p:cNvPr id="3" name="mix_758">
            <a:hlinkClick r:id="" action="ppaction://media"/>
            <a:extLst>
              <a:ext uri="{FF2B5EF4-FFF2-40B4-BE49-F238E27FC236}">
                <a16:creationId xmlns:a16="http://schemas.microsoft.com/office/drawing/2014/main" id="{EA2351FC-2178-F13C-49EF-80D5BEEFEF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12762" y="2416894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4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B3BF4-0C93-97F7-08C7-924E8CBE8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7901732-223F-8599-0430-CEF9AF5188E4}"/>
              </a:ext>
            </a:extLst>
          </p:cNvPr>
          <p:cNvSpPr txBox="1"/>
          <p:nvPr/>
        </p:nvSpPr>
        <p:spPr>
          <a:xfrm>
            <a:off x="605953" y="5717630"/>
            <a:ext cx="112003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Our observation: </a:t>
            </a:r>
            <a:r>
              <a:rPr lang="en-US" dirty="0" err="1"/>
              <a:t>QuadVAD</a:t>
            </a:r>
            <a:r>
              <a:rPr lang="en-US" b="1" dirty="0"/>
              <a:t> o</a:t>
            </a:r>
            <a:r>
              <a:rPr lang="en-US" dirty="0"/>
              <a:t>utperformed </a:t>
            </a:r>
            <a:r>
              <a:rPr lang="en-US" dirty="0" err="1"/>
              <a:t>TenVAD</a:t>
            </a:r>
            <a:r>
              <a:rPr lang="en-US" dirty="0"/>
              <a:t> in terms of FPs and slightly better than </a:t>
            </a:r>
            <a:r>
              <a:rPr lang="en-US" dirty="0" err="1"/>
              <a:t>Silero</a:t>
            </a:r>
            <a:r>
              <a:rPr lang="en-US" dirty="0"/>
              <a:t> VAD in terms of TPs (check at ~1.2 seconds)</a:t>
            </a: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1F4C2ED6-7BEA-2694-DD23-F89AACF5F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48" y="488829"/>
            <a:ext cx="8094454" cy="5233360"/>
          </a:xfrm>
          <a:prstGeom prst="rect">
            <a:avLst/>
          </a:prstGeom>
        </p:spPr>
      </p:pic>
      <p:pic>
        <p:nvPicPr>
          <p:cNvPr id="4" name="mix_961">
            <a:hlinkClick r:id="" action="ppaction://media"/>
            <a:extLst>
              <a:ext uri="{FF2B5EF4-FFF2-40B4-BE49-F238E27FC236}">
                <a16:creationId xmlns:a16="http://schemas.microsoft.com/office/drawing/2014/main" id="{D7F0F0DE-32A2-72F9-FE13-A196266D23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14045" y="2733196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5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7E477-A2AB-917A-600C-43DD4D1D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4F7DB4-02CB-14BA-FD2F-ED6C23CAB6E0}"/>
              </a:ext>
            </a:extLst>
          </p:cNvPr>
          <p:cNvSpPr txBox="1"/>
          <p:nvPr/>
        </p:nvSpPr>
        <p:spPr>
          <a:xfrm>
            <a:off x="605953" y="5717630"/>
            <a:ext cx="102082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Our observation: </a:t>
            </a:r>
            <a:r>
              <a:rPr lang="en-US" dirty="0" err="1"/>
              <a:t>QuadVAD</a:t>
            </a:r>
            <a:r>
              <a:rPr lang="en-US" b="1" dirty="0"/>
              <a:t> o</a:t>
            </a:r>
            <a:r>
              <a:rPr lang="en-US" dirty="0"/>
              <a:t>utperformed </a:t>
            </a:r>
            <a:r>
              <a:rPr lang="en-US" dirty="0" err="1"/>
              <a:t>TenVAD</a:t>
            </a:r>
            <a:r>
              <a:rPr lang="en-US" dirty="0"/>
              <a:t> in terms of FPs and showed equivalent accuracy as </a:t>
            </a:r>
            <a:r>
              <a:rPr lang="en-US" dirty="0" err="1"/>
              <a:t>Silero</a:t>
            </a:r>
            <a:r>
              <a:rPr lang="en-US" dirty="0"/>
              <a:t> VAD</a:t>
            </a:r>
          </a:p>
        </p:txBody>
      </p:sp>
      <p:pic>
        <p:nvPicPr>
          <p:cNvPr id="2" name="Picture 1" descr="A screenshot of a sound wave&#10;&#10;AI-generated content may be incorrect.">
            <a:extLst>
              <a:ext uri="{FF2B5EF4-FFF2-40B4-BE49-F238E27FC236}">
                <a16:creationId xmlns:a16="http://schemas.microsoft.com/office/drawing/2014/main" id="{1CE6BA19-20C8-AE54-3CE0-E03362F5D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47" y="546339"/>
            <a:ext cx="7850039" cy="5046454"/>
          </a:xfrm>
          <a:prstGeom prst="rect">
            <a:avLst/>
          </a:prstGeom>
        </p:spPr>
      </p:pic>
      <p:pic>
        <p:nvPicPr>
          <p:cNvPr id="4" name="mix_81">
            <a:hlinkClick r:id="" action="ppaction://media"/>
            <a:extLst>
              <a:ext uri="{FF2B5EF4-FFF2-40B4-BE49-F238E27FC236}">
                <a16:creationId xmlns:a16="http://schemas.microsoft.com/office/drawing/2014/main" id="{ACDBBA21-13CB-3084-7639-47B6CD05BC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70913" y="2546290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7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QuadVAD vs. Baseline Models: Accuracy Comparison   </vt:lpstr>
      <vt:lpstr>Test setup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176</cp:revision>
  <dcterms:created xsi:type="dcterms:W3CDTF">2026-06-16T08:14:05Z</dcterms:created>
  <dcterms:modified xsi:type="dcterms:W3CDTF">2026-06-16T12:07:36Z</dcterms:modified>
</cp:coreProperties>
</file>