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1E560-DA28-595E-100E-BE3C138FE7E6}" v="287" dt="2026-03-05T07:12:57.059"/>
    <p1510:client id="{35E7161B-B5CD-E114-B181-B61059A83D0D}" v="100" dt="2026-03-05T06:29:36.351"/>
    <p1510:client id="{8611A10E-DEAE-791E-AFB3-B7EAD17364B2}" v="92" dt="2026-03-04T14:39:17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Pallala" userId="S::akash.pallala@meeamitech.com::4bf99d18-07e0-46b9-b376-208f69135167" providerId="AD" clId="Web-{35E7161B-B5CD-E114-B181-B61059A83D0D}"/>
    <pc:docChg chg="modSld">
      <pc:chgData name="Akash Pallala" userId="S::akash.pallala@meeamitech.com::4bf99d18-07e0-46b9-b376-208f69135167" providerId="AD" clId="Web-{35E7161B-B5CD-E114-B181-B61059A83D0D}" dt="2026-03-05T06:29:36.351" v="99"/>
      <pc:docMkLst>
        <pc:docMk/>
      </pc:docMkLst>
      <pc:sldChg chg="addSp delSp modSp">
        <pc:chgData name="Akash Pallala" userId="S::akash.pallala@meeamitech.com::4bf99d18-07e0-46b9-b376-208f69135167" providerId="AD" clId="Web-{35E7161B-B5CD-E114-B181-B61059A83D0D}" dt="2026-03-05T06:04:08.309" v="39" actId="14100"/>
        <pc:sldMkLst>
          <pc:docMk/>
          <pc:sldMk cId="0" sldId="257"/>
        </pc:sldMkLst>
        <pc:spChg chg="add mod">
          <ac:chgData name="Akash Pallala" userId="S::akash.pallala@meeamitech.com::4bf99d18-07e0-46b9-b376-208f69135167" providerId="AD" clId="Web-{35E7161B-B5CD-E114-B181-B61059A83D0D}" dt="2026-03-05T06:04:01.794" v="38"/>
          <ac:spMkLst>
            <pc:docMk/>
            <pc:sldMk cId="0" sldId="257"/>
            <ac:spMk id="3" creationId="{647DB947-1681-2F89-0622-273ED6167C8C}"/>
          </ac:spMkLst>
        </pc:spChg>
        <pc:spChg chg="add del">
          <ac:chgData name="Akash Pallala" userId="S::akash.pallala@meeamitech.com::4bf99d18-07e0-46b9-b376-208f69135167" providerId="AD" clId="Web-{35E7161B-B5CD-E114-B181-B61059A83D0D}" dt="2026-03-05T06:01:07.510" v="5"/>
          <ac:spMkLst>
            <pc:docMk/>
            <pc:sldMk cId="0" sldId="257"/>
            <ac:spMk id="4" creationId="{35E271CA-D98F-205A-E519-56C94873FA87}"/>
          </ac:spMkLst>
        </pc:spChg>
        <pc:spChg chg="add mod">
          <ac:chgData name="Akash Pallala" userId="S::akash.pallala@meeamitech.com::4bf99d18-07e0-46b9-b376-208f69135167" providerId="AD" clId="Web-{35E7161B-B5CD-E114-B181-B61059A83D0D}" dt="2026-03-05T06:04:08.309" v="39" actId="14100"/>
          <ac:spMkLst>
            <pc:docMk/>
            <pc:sldMk cId="0" sldId="257"/>
            <ac:spMk id="5" creationId="{AED5F0B8-80A6-D16A-C13E-9DE7DF4AEFF3}"/>
          </ac:spMkLst>
        </pc:spChg>
        <pc:picChg chg="mod">
          <ac:chgData name="Akash Pallala" userId="S::akash.pallala@meeamitech.com::4bf99d18-07e0-46b9-b376-208f69135167" providerId="AD" clId="Web-{35E7161B-B5CD-E114-B181-B61059A83D0D}" dt="2026-03-05T06:03:17.637" v="31" actId="1076"/>
          <ac:picMkLst>
            <pc:docMk/>
            <pc:sldMk cId="0" sldId="257"/>
            <ac:picMk id="59" creationId="{00000000-0000-0000-0000-000000000000}"/>
          </ac:picMkLst>
        </pc:picChg>
      </pc:sldChg>
      <pc:sldChg chg="addSp modSp">
        <pc:chgData name="Akash Pallala" userId="S::akash.pallala@meeamitech.com::4bf99d18-07e0-46b9-b376-208f69135167" providerId="AD" clId="Web-{35E7161B-B5CD-E114-B181-B61059A83D0D}" dt="2026-03-05T06:22:22.501" v="91" actId="14100"/>
        <pc:sldMkLst>
          <pc:docMk/>
          <pc:sldMk cId="0" sldId="258"/>
        </pc:sldMkLst>
        <pc:spChg chg="add mod">
          <ac:chgData name="Akash Pallala" userId="S::akash.pallala@meeamitech.com::4bf99d18-07e0-46b9-b376-208f69135167" providerId="AD" clId="Web-{35E7161B-B5CD-E114-B181-B61059A83D0D}" dt="2026-03-05T06:22:22.501" v="91" actId="14100"/>
          <ac:spMkLst>
            <pc:docMk/>
            <pc:sldMk cId="0" sldId="258"/>
            <ac:spMk id="3" creationId="{2A44397D-F92A-22D5-429F-29E040A0E947}"/>
          </ac:spMkLst>
        </pc:spChg>
      </pc:sldChg>
      <pc:sldChg chg="addSp modSp">
        <pc:chgData name="Akash Pallala" userId="S::akash.pallala@meeamitech.com::4bf99d18-07e0-46b9-b376-208f69135167" providerId="AD" clId="Web-{35E7161B-B5CD-E114-B181-B61059A83D0D}" dt="2026-03-05T06:06:44.060" v="49"/>
        <pc:sldMkLst>
          <pc:docMk/>
          <pc:sldMk cId="0" sldId="259"/>
        </pc:sldMkLst>
        <pc:spChg chg="add mod">
          <ac:chgData name="Akash Pallala" userId="S::akash.pallala@meeamitech.com::4bf99d18-07e0-46b9-b376-208f69135167" providerId="AD" clId="Web-{35E7161B-B5CD-E114-B181-B61059A83D0D}" dt="2026-03-05T06:06:44.060" v="49"/>
          <ac:spMkLst>
            <pc:docMk/>
            <pc:sldMk cId="0" sldId="259"/>
            <ac:spMk id="3" creationId="{82C68C95-94DB-3AF5-4F79-95415136BD25}"/>
          </ac:spMkLst>
        </pc:spChg>
      </pc:sldChg>
      <pc:sldChg chg="addSp delSp modSp">
        <pc:chgData name="Akash Pallala" userId="S::akash.pallala@meeamitech.com::4bf99d18-07e0-46b9-b376-208f69135167" providerId="AD" clId="Web-{35E7161B-B5CD-E114-B181-B61059A83D0D}" dt="2026-03-05T06:11:17.161" v="64" actId="14100"/>
        <pc:sldMkLst>
          <pc:docMk/>
          <pc:sldMk cId="0" sldId="260"/>
        </pc:sldMkLst>
        <pc:spChg chg="add del">
          <ac:chgData name="Akash Pallala" userId="S::akash.pallala@meeamitech.com::4bf99d18-07e0-46b9-b376-208f69135167" providerId="AD" clId="Web-{35E7161B-B5CD-E114-B181-B61059A83D0D}" dt="2026-03-05T06:09:14.627" v="51"/>
          <ac:spMkLst>
            <pc:docMk/>
            <pc:sldMk cId="0" sldId="260"/>
            <ac:spMk id="3" creationId="{7753558E-E039-2D0D-47AE-CC470576D794}"/>
          </ac:spMkLst>
        </pc:spChg>
        <pc:spChg chg="add mod">
          <ac:chgData name="Akash Pallala" userId="S::akash.pallala@meeamitech.com::4bf99d18-07e0-46b9-b376-208f69135167" providerId="AD" clId="Web-{35E7161B-B5CD-E114-B181-B61059A83D0D}" dt="2026-03-05T06:10:15.441" v="58"/>
          <ac:spMkLst>
            <pc:docMk/>
            <pc:sldMk cId="0" sldId="260"/>
            <ac:spMk id="4" creationId="{33D5CBD3-41BD-324C-66D8-F3092118F798}"/>
          </ac:spMkLst>
        </pc:spChg>
        <pc:spChg chg="add mod">
          <ac:chgData name="Akash Pallala" userId="S::akash.pallala@meeamitech.com::4bf99d18-07e0-46b9-b376-208f69135167" providerId="AD" clId="Web-{35E7161B-B5CD-E114-B181-B61059A83D0D}" dt="2026-03-05T06:11:17.161" v="64" actId="14100"/>
          <ac:spMkLst>
            <pc:docMk/>
            <pc:sldMk cId="0" sldId="260"/>
            <ac:spMk id="5" creationId="{EFBB6FDC-EEAE-8C01-3C0A-EDDA2B502FB3}"/>
          </ac:spMkLst>
        </pc:spChg>
      </pc:sldChg>
      <pc:sldChg chg="addSp modSp">
        <pc:chgData name="Akash Pallala" userId="S::akash.pallala@meeamitech.com::4bf99d18-07e0-46b9-b376-208f69135167" providerId="AD" clId="Web-{35E7161B-B5CD-E114-B181-B61059A83D0D}" dt="2026-03-05T06:29:36.351" v="99"/>
        <pc:sldMkLst>
          <pc:docMk/>
          <pc:sldMk cId="0" sldId="261"/>
        </pc:sldMkLst>
        <pc:spChg chg="add mod">
          <ac:chgData name="Akash Pallala" userId="S::akash.pallala@meeamitech.com::4bf99d18-07e0-46b9-b376-208f69135167" providerId="AD" clId="Web-{35E7161B-B5CD-E114-B181-B61059A83D0D}" dt="2026-03-05T06:29:36.351" v="99"/>
          <ac:spMkLst>
            <pc:docMk/>
            <pc:sldMk cId="0" sldId="261"/>
            <ac:spMk id="3" creationId="{6D6479D8-D565-4F4A-9E89-F07D7611BA8A}"/>
          </ac:spMkLst>
        </pc:spChg>
      </pc:sldChg>
      <pc:sldChg chg="addSp delSp modSp">
        <pc:chgData name="Akash Pallala" userId="S::akash.pallala@meeamitech.com::4bf99d18-07e0-46b9-b376-208f69135167" providerId="AD" clId="Web-{35E7161B-B5CD-E114-B181-B61059A83D0D}" dt="2026-03-05T06:23:20.376" v="95" actId="14100"/>
        <pc:sldMkLst>
          <pc:docMk/>
          <pc:sldMk cId="0" sldId="262"/>
        </pc:sldMkLst>
        <pc:spChg chg="add mod">
          <ac:chgData name="Akash Pallala" userId="S::akash.pallala@meeamitech.com::4bf99d18-07e0-46b9-b376-208f69135167" providerId="AD" clId="Web-{35E7161B-B5CD-E114-B181-B61059A83D0D}" dt="2026-03-05T06:23:20.376" v="95" actId="14100"/>
          <ac:spMkLst>
            <pc:docMk/>
            <pc:sldMk cId="0" sldId="262"/>
            <ac:spMk id="3" creationId="{994087F3-C657-5FE1-70AC-85D35124FBC6}"/>
          </ac:spMkLst>
        </pc:spChg>
        <pc:spChg chg="add del mod">
          <ac:chgData name="Akash Pallala" userId="S::akash.pallala@meeamitech.com::4bf99d18-07e0-46b9-b376-208f69135167" providerId="AD" clId="Web-{35E7161B-B5CD-E114-B181-B61059A83D0D}" dt="2026-03-05T06:12:38.365" v="72"/>
          <ac:spMkLst>
            <pc:docMk/>
            <pc:sldMk cId="0" sldId="262"/>
            <ac:spMk id="4" creationId="{A9572949-BCD7-9559-6DA1-6902D6EF77CD}"/>
          </ac:spMkLst>
        </pc:spChg>
        <pc:spChg chg="add mod">
          <ac:chgData name="Akash Pallala" userId="S::akash.pallala@meeamitech.com::4bf99d18-07e0-46b9-b376-208f69135167" providerId="AD" clId="Web-{35E7161B-B5CD-E114-B181-B61059A83D0D}" dt="2026-03-05T06:13:08.865" v="77"/>
          <ac:spMkLst>
            <pc:docMk/>
            <pc:sldMk cId="0" sldId="262"/>
            <ac:spMk id="5" creationId="{9B27A6EA-C68D-198B-5087-701E9B39D4A6}"/>
          </ac:spMkLst>
        </pc:spChg>
        <pc:spChg chg="add mod">
          <ac:chgData name="Akash Pallala" userId="S::akash.pallala@meeamitech.com::4bf99d18-07e0-46b9-b376-208f69135167" providerId="AD" clId="Web-{35E7161B-B5CD-E114-B181-B61059A83D0D}" dt="2026-03-05T06:22:56.188" v="93" actId="14100"/>
          <ac:spMkLst>
            <pc:docMk/>
            <pc:sldMk cId="0" sldId="262"/>
            <ac:spMk id="6" creationId="{07428457-B526-DB67-178B-9B78D9F0DC00}"/>
          </ac:spMkLst>
        </pc:spChg>
        <pc:spChg chg="add mod">
          <ac:chgData name="Akash Pallala" userId="S::akash.pallala@meeamitech.com::4bf99d18-07e0-46b9-b376-208f69135167" providerId="AD" clId="Web-{35E7161B-B5CD-E114-B181-B61059A83D0D}" dt="2026-03-05T06:14:52.679" v="89"/>
          <ac:spMkLst>
            <pc:docMk/>
            <pc:sldMk cId="0" sldId="262"/>
            <ac:spMk id="7" creationId="{CDE66FA2-8322-A1E7-DADC-E8DD47E375E7}"/>
          </ac:spMkLst>
        </pc:spChg>
      </pc:sldChg>
    </pc:docChg>
  </pc:docChgLst>
  <pc:docChgLst>
    <pc:chgData name="Akash Pallala" userId="S::akash.pallala@meeamitech.com::4bf99d18-07e0-46b9-b376-208f69135167" providerId="AD" clId="Web-{03A1E560-DA28-595E-100E-BE3C138FE7E6}"/>
    <pc:docChg chg="modSld">
      <pc:chgData name="Akash Pallala" userId="S::akash.pallala@meeamitech.com::4bf99d18-07e0-46b9-b376-208f69135167" providerId="AD" clId="Web-{03A1E560-DA28-595E-100E-BE3C138FE7E6}" dt="2026-03-05T07:12:48.887" v="171" actId="20577"/>
      <pc:docMkLst>
        <pc:docMk/>
      </pc:docMkLst>
      <pc:sldChg chg="addSp modSp">
        <pc:chgData name="Akash Pallala" userId="S::akash.pallala@meeamitech.com::4bf99d18-07e0-46b9-b376-208f69135167" providerId="AD" clId="Web-{03A1E560-DA28-595E-100E-BE3C138FE7E6}" dt="2026-03-05T07:11:53.090" v="160" actId="20577"/>
        <pc:sldMkLst>
          <pc:docMk/>
          <pc:sldMk cId="0" sldId="257"/>
        </pc:sldMkLst>
        <pc:spChg chg="add mod">
          <ac:chgData name="Akash Pallala" userId="S::akash.pallala@meeamitech.com::4bf99d18-07e0-46b9-b376-208f69135167" providerId="AD" clId="Web-{03A1E560-DA28-595E-100E-BE3C138FE7E6}" dt="2026-03-05T07:11:53.090" v="160" actId="20577"/>
          <ac:spMkLst>
            <pc:docMk/>
            <pc:sldMk cId="0" sldId="257"/>
            <ac:spMk id="4" creationId="{2A98B11C-8171-7051-AD89-BDC8183581C2}"/>
          </ac:spMkLst>
        </pc:spChg>
      </pc:sldChg>
      <pc:sldChg chg="addSp delSp modSp">
        <pc:chgData name="Akash Pallala" userId="S::akash.pallala@meeamitech.com::4bf99d18-07e0-46b9-b376-208f69135167" providerId="AD" clId="Web-{03A1E560-DA28-595E-100E-BE3C138FE7E6}" dt="2026-03-05T07:12:09.465" v="162" actId="20577"/>
        <pc:sldMkLst>
          <pc:docMk/>
          <pc:sldMk cId="0" sldId="258"/>
        </pc:sldMkLst>
        <pc:spChg chg="add del">
          <ac:chgData name="Akash Pallala" userId="S::akash.pallala@meeamitech.com::4bf99d18-07e0-46b9-b376-208f69135167" providerId="AD" clId="Web-{03A1E560-DA28-595E-100E-BE3C138FE7E6}" dt="2026-03-05T06:57:47.376" v="103"/>
          <ac:spMkLst>
            <pc:docMk/>
            <pc:sldMk cId="0" sldId="258"/>
            <ac:spMk id="4" creationId="{CB0A6827-D722-76A2-24A4-F6BF916E1532}"/>
          </ac:spMkLst>
        </pc:spChg>
        <pc:spChg chg="add del mod">
          <ac:chgData name="Akash Pallala" userId="S::akash.pallala@meeamitech.com::4bf99d18-07e0-46b9-b376-208f69135167" providerId="AD" clId="Web-{03A1E560-DA28-595E-100E-BE3C138FE7E6}" dt="2026-03-05T06:57:45.063" v="102"/>
          <ac:spMkLst>
            <pc:docMk/>
            <pc:sldMk cId="0" sldId="258"/>
            <ac:spMk id="5" creationId="{DC220230-FFED-8C17-808C-45EF335796BF}"/>
          </ac:spMkLst>
        </pc:spChg>
        <pc:spChg chg="add del">
          <ac:chgData name="Akash Pallala" userId="S::akash.pallala@meeamitech.com::4bf99d18-07e0-46b9-b376-208f69135167" providerId="AD" clId="Web-{03A1E560-DA28-595E-100E-BE3C138FE7E6}" dt="2026-03-05T06:56:51.078" v="57"/>
          <ac:spMkLst>
            <pc:docMk/>
            <pc:sldMk cId="0" sldId="258"/>
            <ac:spMk id="6" creationId="{B9BEE47D-5B70-172A-D9A9-EA91BF41A1E5}"/>
          </ac:spMkLst>
        </pc:spChg>
        <pc:spChg chg="add del mod">
          <ac:chgData name="Akash Pallala" userId="S::akash.pallala@meeamitech.com::4bf99d18-07e0-46b9-b376-208f69135167" providerId="AD" clId="Web-{03A1E560-DA28-595E-100E-BE3C138FE7E6}" dt="2026-03-05T06:57:38.047" v="97"/>
          <ac:spMkLst>
            <pc:docMk/>
            <pc:sldMk cId="0" sldId="258"/>
            <ac:spMk id="7" creationId="{AD2C80D3-2645-F670-AE3E-2D9F1D5DCF27}"/>
          </ac:spMkLst>
        </pc:spChg>
        <pc:spChg chg="add mod">
          <ac:chgData name="Akash Pallala" userId="S::akash.pallala@meeamitech.com::4bf99d18-07e0-46b9-b376-208f69135167" providerId="AD" clId="Web-{03A1E560-DA28-595E-100E-BE3C138FE7E6}" dt="2026-03-05T07:12:09.465" v="162" actId="20577"/>
          <ac:spMkLst>
            <pc:docMk/>
            <pc:sldMk cId="0" sldId="258"/>
            <ac:spMk id="9" creationId="{FBCDF641-A5EC-F368-1389-0F3661D5B469}"/>
          </ac:spMkLst>
        </pc:spChg>
      </pc:sldChg>
      <pc:sldChg chg="addSp modSp">
        <pc:chgData name="Akash Pallala" userId="S::akash.pallala@meeamitech.com::4bf99d18-07e0-46b9-b376-208f69135167" providerId="AD" clId="Web-{03A1E560-DA28-595E-100E-BE3C138FE7E6}" dt="2026-03-05T07:12:20.027" v="165" actId="20577"/>
        <pc:sldMkLst>
          <pc:docMk/>
          <pc:sldMk cId="0" sldId="259"/>
        </pc:sldMkLst>
        <pc:spChg chg="add mod">
          <ac:chgData name="Akash Pallala" userId="S::akash.pallala@meeamitech.com::4bf99d18-07e0-46b9-b376-208f69135167" providerId="AD" clId="Web-{03A1E560-DA28-595E-100E-BE3C138FE7E6}" dt="2026-03-05T07:12:20.027" v="165" actId="20577"/>
          <ac:spMkLst>
            <pc:docMk/>
            <pc:sldMk cId="0" sldId="259"/>
            <ac:spMk id="5" creationId="{26DDE498-3CE4-3A78-EB85-7268795B3474}"/>
          </ac:spMkLst>
        </pc:spChg>
      </pc:sldChg>
      <pc:sldChg chg="addSp modSp">
        <pc:chgData name="Akash Pallala" userId="S::akash.pallala@meeamitech.com::4bf99d18-07e0-46b9-b376-208f69135167" providerId="AD" clId="Web-{03A1E560-DA28-595E-100E-BE3C138FE7E6}" dt="2026-03-05T07:12:31.153" v="167" actId="20577"/>
        <pc:sldMkLst>
          <pc:docMk/>
          <pc:sldMk cId="0" sldId="260"/>
        </pc:sldMkLst>
        <pc:spChg chg="add mod">
          <ac:chgData name="Akash Pallala" userId="S::akash.pallala@meeamitech.com::4bf99d18-07e0-46b9-b376-208f69135167" providerId="AD" clId="Web-{03A1E560-DA28-595E-100E-BE3C138FE7E6}" dt="2026-03-05T07:12:31.153" v="167" actId="20577"/>
          <ac:spMkLst>
            <pc:docMk/>
            <pc:sldMk cId="0" sldId="260"/>
            <ac:spMk id="6" creationId="{84031232-AB3A-4CBC-9293-C0EC7CAE0A01}"/>
          </ac:spMkLst>
        </pc:spChg>
      </pc:sldChg>
      <pc:sldChg chg="addSp modSp">
        <pc:chgData name="Akash Pallala" userId="S::akash.pallala@meeamitech.com::4bf99d18-07e0-46b9-b376-208f69135167" providerId="AD" clId="Web-{03A1E560-DA28-595E-100E-BE3C138FE7E6}" dt="2026-03-05T07:12:39.387" v="169" actId="20577"/>
        <pc:sldMkLst>
          <pc:docMk/>
          <pc:sldMk cId="0" sldId="261"/>
        </pc:sldMkLst>
        <pc:spChg chg="add mod">
          <ac:chgData name="Akash Pallala" userId="S::akash.pallala@meeamitech.com::4bf99d18-07e0-46b9-b376-208f69135167" providerId="AD" clId="Web-{03A1E560-DA28-595E-100E-BE3C138FE7E6}" dt="2026-03-05T06:42:43.228" v="4" actId="14100"/>
          <ac:spMkLst>
            <pc:docMk/>
            <pc:sldMk cId="0" sldId="261"/>
            <ac:spMk id="4" creationId="{677F277A-7D87-8766-7741-9C0B79210A65}"/>
          </ac:spMkLst>
        </pc:spChg>
        <pc:spChg chg="add mod">
          <ac:chgData name="Akash Pallala" userId="S::akash.pallala@meeamitech.com::4bf99d18-07e0-46b9-b376-208f69135167" providerId="AD" clId="Web-{03A1E560-DA28-595E-100E-BE3C138FE7E6}" dt="2026-03-05T06:43:51.181" v="9" actId="14100"/>
          <ac:spMkLst>
            <pc:docMk/>
            <pc:sldMk cId="0" sldId="261"/>
            <ac:spMk id="5" creationId="{BC922431-443C-9C66-AB08-1B6C50A8F289}"/>
          </ac:spMkLst>
        </pc:spChg>
        <pc:spChg chg="add mod">
          <ac:chgData name="Akash Pallala" userId="S::akash.pallala@meeamitech.com::4bf99d18-07e0-46b9-b376-208f69135167" providerId="AD" clId="Web-{03A1E560-DA28-595E-100E-BE3C138FE7E6}" dt="2026-03-05T07:12:39.387" v="169" actId="20577"/>
          <ac:spMkLst>
            <pc:docMk/>
            <pc:sldMk cId="0" sldId="261"/>
            <ac:spMk id="7" creationId="{78A8259E-A6C1-5909-A658-734DDE9DE057}"/>
          </ac:spMkLst>
        </pc:spChg>
        <pc:picChg chg="mod">
          <ac:chgData name="Akash Pallala" userId="S::akash.pallala@meeamitech.com::4bf99d18-07e0-46b9-b376-208f69135167" providerId="AD" clId="Web-{03A1E560-DA28-595E-100E-BE3C138FE7E6}" dt="2026-03-05T07:06:45.521" v="149" actId="14100"/>
          <ac:picMkLst>
            <pc:docMk/>
            <pc:sldMk cId="0" sldId="261"/>
            <ac:picMk id="87" creationId="{00000000-0000-0000-0000-000000000000}"/>
          </ac:picMkLst>
        </pc:picChg>
      </pc:sldChg>
      <pc:sldChg chg="addSp modSp">
        <pc:chgData name="Akash Pallala" userId="S::akash.pallala@meeamitech.com::4bf99d18-07e0-46b9-b376-208f69135167" providerId="AD" clId="Web-{03A1E560-DA28-595E-100E-BE3C138FE7E6}" dt="2026-03-05T07:12:48.887" v="171" actId="20577"/>
        <pc:sldMkLst>
          <pc:docMk/>
          <pc:sldMk cId="0" sldId="262"/>
        </pc:sldMkLst>
        <pc:spChg chg="add mod">
          <ac:chgData name="Akash Pallala" userId="S::akash.pallala@meeamitech.com::4bf99d18-07e0-46b9-b376-208f69135167" providerId="AD" clId="Web-{03A1E560-DA28-595E-100E-BE3C138FE7E6}" dt="2026-03-05T07:12:48.887" v="171" actId="20577"/>
          <ac:spMkLst>
            <pc:docMk/>
            <pc:sldMk cId="0" sldId="262"/>
            <ac:spMk id="8" creationId="{A70E8F16-0795-AD8A-183A-7B7D27A173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4f79412e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4f79412e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4f79412e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4f79412e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4f79412e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4f79412ed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4f79412e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4f79412e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4f79412e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4f79412e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4f79412e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4f79412e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2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2.png"/><Relationship Id="rId5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2.png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2.pn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807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Qualitative examples of label inaccuracies in the AVA-Speech dataset</a:t>
            </a:r>
            <a:endParaRPr sz="2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125" y="362988"/>
            <a:ext cx="5626401" cy="27978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736950" y="3444050"/>
            <a:ext cx="76701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5BDj0ow5hnA.wav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632799 to 716639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SPEECH_WITH_NOISE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observation: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There are noise-only segments as well as speech-with-noise segments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5BDj0ow5hnA_SN">
            <a:hlinkClick r:id="" action="ppaction://media"/>
            <a:extLst>
              <a:ext uri="{FF2B5EF4-FFF2-40B4-BE49-F238E27FC236}">
                <a16:creationId xmlns:a16="http://schemas.microsoft.com/office/drawing/2014/main" id="{8B73389C-137E-1B61-BBB4-ECE0D536EC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50639" y="1527295"/>
            <a:ext cx="730250" cy="730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7DB947-1681-2F89-0622-273ED6167C8C}"/>
              </a:ext>
            </a:extLst>
          </p:cNvPr>
          <p:cNvSpPr/>
          <p:nvPr/>
        </p:nvSpPr>
        <p:spPr>
          <a:xfrm>
            <a:off x="1153782" y="593066"/>
            <a:ext cx="1585103" cy="10028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5F0B8-80A6-D16A-C13E-9DE7DF4AEFF3}"/>
              </a:ext>
            </a:extLst>
          </p:cNvPr>
          <p:cNvSpPr/>
          <p:nvPr/>
        </p:nvSpPr>
        <p:spPr>
          <a:xfrm>
            <a:off x="3513530" y="593643"/>
            <a:ext cx="646981" cy="100224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8B11C-8171-7051-AD89-BDC8183581C2}"/>
              </a:ext>
            </a:extLst>
          </p:cNvPr>
          <p:cNvSpPr txBox="1"/>
          <p:nvPr/>
        </p:nvSpPr>
        <p:spPr>
          <a:xfrm>
            <a:off x="6598052" y="2960516"/>
            <a:ext cx="2016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*The </a:t>
            </a:r>
            <a:r>
              <a:rPr lang="en-US" sz="1000" dirty="0">
                <a:solidFill>
                  <a:srgbClr val="FF0000"/>
                </a:solidFill>
              </a:rPr>
              <a:t>red colored boundary </a:t>
            </a:r>
            <a:r>
              <a:rPr lang="en-US" sz="1000">
                <a:solidFill>
                  <a:srgbClr val="FF0000"/>
                </a:solidFill>
              </a:rPr>
              <a:t>region 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shows inaccurate labels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100" y="369625"/>
            <a:ext cx="5923549" cy="288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736950" y="3444050"/>
            <a:ext cx="76701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5BDj0ow5hnA.wav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1395200 to 1474399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CLEAN_SPEECH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observation: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There is a silence segment of ~0.4 sec, starting from 3.28 sec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5BDj0ow5hnA_speech">
            <a:hlinkClick r:id="" action="ppaction://media"/>
            <a:extLst>
              <a:ext uri="{FF2B5EF4-FFF2-40B4-BE49-F238E27FC236}">
                <a16:creationId xmlns:a16="http://schemas.microsoft.com/office/drawing/2014/main" id="{EE4E4E51-C47B-E890-EE13-FE6D82EFC5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581960" y="1451814"/>
            <a:ext cx="730250" cy="730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44397D-F92A-22D5-429F-29E040A0E947}"/>
              </a:ext>
            </a:extLst>
          </p:cNvPr>
          <p:cNvSpPr/>
          <p:nvPr/>
        </p:nvSpPr>
        <p:spPr>
          <a:xfrm>
            <a:off x="4829059" y="562449"/>
            <a:ext cx="161168" cy="10725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DF641-A5EC-F368-1389-0F3661D5B469}"/>
              </a:ext>
            </a:extLst>
          </p:cNvPr>
          <p:cNvSpPr txBox="1"/>
          <p:nvPr/>
        </p:nvSpPr>
        <p:spPr>
          <a:xfrm>
            <a:off x="6853186" y="3154418"/>
            <a:ext cx="2016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*The </a:t>
            </a:r>
            <a:r>
              <a:rPr lang="en-US" sz="1000" dirty="0">
                <a:solidFill>
                  <a:srgbClr val="FF0000"/>
                </a:solidFill>
              </a:rPr>
              <a:t>red colored boundary </a:t>
            </a:r>
            <a:r>
              <a:rPr lang="en-US" sz="1000">
                <a:solidFill>
                  <a:srgbClr val="FF0000"/>
                </a:solidFill>
              </a:rPr>
              <a:t>region </a:t>
            </a:r>
            <a:r>
              <a:rPr lang="en-US" sz="1000">
                <a:solidFill>
                  <a:schemeClr val="tx1">
                    <a:lumMod val="95000"/>
                    <a:lumOff val="5000"/>
                  </a:schemeClr>
                </a:solidFill>
              </a:rPr>
              <a:t>shows inaccurate labels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475" y="377975"/>
            <a:ext cx="5954426" cy="296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736950" y="3519250"/>
            <a:ext cx="76701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5BDj0ow5hnA.wav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5526880 to 5564639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CLEAN_SPEECH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observation: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There is a silence segment of ~0.8 sec, starting from 0.64 sec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5BDj0ow5hnA_SP2">
            <a:hlinkClick r:id="" action="ppaction://media"/>
            <a:extLst>
              <a:ext uri="{FF2B5EF4-FFF2-40B4-BE49-F238E27FC236}">
                <a16:creationId xmlns:a16="http://schemas.microsoft.com/office/drawing/2014/main" id="{A39D785B-43B4-A1C2-971B-A36491468E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549611" y="1376333"/>
            <a:ext cx="730250" cy="730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C68C95-94DB-3AF5-4F79-95415136BD25}"/>
              </a:ext>
            </a:extLst>
          </p:cNvPr>
          <p:cNvSpPr/>
          <p:nvPr/>
        </p:nvSpPr>
        <p:spPr>
          <a:xfrm>
            <a:off x="2771235" y="603848"/>
            <a:ext cx="1628235" cy="105673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DE498-3CE4-3A78-EB85-7268795B3474}"/>
              </a:ext>
            </a:extLst>
          </p:cNvPr>
          <p:cNvSpPr txBox="1"/>
          <p:nvPr/>
        </p:nvSpPr>
        <p:spPr>
          <a:xfrm>
            <a:off x="6904213" y="3236061"/>
            <a:ext cx="2016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*The </a:t>
            </a:r>
            <a:r>
              <a:rPr lang="en-US" sz="1000" dirty="0">
                <a:solidFill>
                  <a:srgbClr val="FF0000"/>
                </a:solidFill>
              </a:rPr>
              <a:t>red colored boundary </a:t>
            </a:r>
            <a:r>
              <a:rPr lang="en-US" sz="1000">
                <a:solidFill>
                  <a:srgbClr val="FF0000"/>
                </a:solidFill>
              </a:rPr>
              <a:t>region </a:t>
            </a:r>
            <a:r>
              <a:rPr lang="en-US" sz="1000">
                <a:solidFill>
                  <a:schemeClr val="tx1">
                    <a:lumMod val="95000"/>
                    <a:lumOff val="5000"/>
                  </a:schemeClr>
                </a:solidFill>
              </a:rPr>
              <a:t>shows inaccurate labels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600" y="242625"/>
            <a:ext cx="6040099" cy="28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676600" y="3368875"/>
            <a:ext cx="7971000" cy="16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9bK05eBt1GM.wav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13994880 to 14020480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CLEAN_SPEECH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observation:</a:t>
            </a:r>
            <a:r>
              <a:rPr lang="e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segment seems to be a noise segment (music) rather than a speech segment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9bK05eBt1GM_SP">
            <a:hlinkClick r:id="" action="ppaction://media"/>
            <a:extLst>
              <a:ext uri="{FF2B5EF4-FFF2-40B4-BE49-F238E27FC236}">
                <a16:creationId xmlns:a16="http://schemas.microsoft.com/office/drawing/2014/main" id="{C5981CB5-7A64-64A8-F2B7-0C8AB73CBA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87866" y="1494946"/>
            <a:ext cx="730250" cy="730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D5CBD3-41BD-324C-66D8-F3092118F798}"/>
              </a:ext>
            </a:extLst>
          </p:cNvPr>
          <p:cNvSpPr/>
          <p:nvPr/>
        </p:nvSpPr>
        <p:spPr>
          <a:xfrm>
            <a:off x="2307565" y="463670"/>
            <a:ext cx="420537" cy="10459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B6FDC-EEAE-8C01-3C0A-EDDA2B502FB3}"/>
              </a:ext>
            </a:extLst>
          </p:cNvPr>
          <p:cNvSpPr/>
          <p:nvPr/>
        </p:nvSpPr>
        <p:spPr>
          <a:xfrm>
            <a:off x="5175849" y="463670"/>
            <a:ext cx="1099867" cy="102554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31232-AB3A-4CBC-9293-C0EC7CAE0A01}"/>
              </a:ext>
            </a:extLst>
          </p:cNvPr>
          <p:cNvSpPr txBox="1"/>
          <p:nvPr/>
        </p:nvSpPr>
        <p:spPr>
          <a:xfrm>
            <a:off x="6832775" y="3174829"/>
            <a:ext cx="2016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*The </a:t>
            </a:r>
            <a:r>
              <a:rPr lang="en-US" sz="1000" dirty="0">
                <a:solidFill>
                  <a:srgbClr val="FF0000"/>
                </a:solidFill>
              </a:rPr>
              <a:t>red colored boundary </a:t>
            </a:r>
            <a:r>
              <a:rPr lang="en-US" sz="1000">
                <a:solidFill>
                  <a:srgbClr val="FF0000"/>
                </a:solidFill>
              </a:rPr>
              <a:t>region </a:t>
            </a:r>
            <a:r>
              <a:rPr lang="en-US" sz="1000">
                <a:solidFill>
                  <a:schemeClr val="tx1">
                    <a:lumMod val="95000"/>
                    <a:lumOff val="5000"/>
                  </a:schemeClr>
                </a:solidFill>
              </a:rPr>
              <a:t>shows inaccurate labels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948" y="378000"/>
            <a:ext cx="5420749" cy="26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736950" y="3444050"/>
            <a:ext cx="76701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9bK05eBt1GM.wav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25440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 to 94079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SPEECH_WITH_NOISE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observation: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There are noise-only segments as well as speech-with-noise segments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9bK05eBt1GM_SN">
            <a:hlinkClick r:id="" action="ppaction://media"/>
            <a:extLst>
              <a:ext uri="{FF2B5EF4-FFF2-40B4-BE49-F238E27FC236}">
                <a16:creationId xmlns:a16="http://schemas.microsoft.com/office/drawing/2014/main" id="{848A7AF5-A9BD-D1FA-4414-75CD352F68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18290" y="1591993"/>
            <a:ext cx="730250" cy="730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6479D8-D565-4F4A-9E89-F07D7611BA8A}"/>
              </a:ext>
            </a:extLst>
          </p:cNvPr>
          <p:cNvSpPr/>
          <p:nvPr/>
        </p:nvSpPr>
        <p:spPr>
          <a:xfrm>
            <a:off x="4313207" y="582283"/>
            <a:ext cx="1477273" cy="98125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7F277A-7D87-8766-7741-9C0B79210A65}"/>
              </a:ext>
            </a:extLst>
          </p:cNvPr>
          <p:cNvSpPr/>
          <p:nvPr/>
        </p:nvSpPr>
        <p:spPr>
          <a:xfrm>
            <a:off x="2760453" y="581704"/>
            <a:ext cx="290563" cy="9806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922431-443C-9C66-AB08-1B6C50A8F289}"/>
              </a:ext>
            </a:extLst>
          </p:cNvPr>
          <p:cNvSpPr/>
          <p:nvPr/>
        </p:nvSpPr>
        <p:spPr>
          <a:xfrm>
            <a:off x="1930160" y="582283"/>
            <a:ext cx="276892" cy="9800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8259E-A6C1-5909-A658-734DDE9DE057}"/>
              </a:ext>
            </a:extLst>
          </p:cNvPr>
          <p:cNvSpPr txBox="1"/>
          <p:nvPr/>
        </p:nvSpPr>
        <p:spPr>
          <a:xfrm>
            <a:off x="6598052" y="2960516"/>
            <a:ext cx="2016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*The </a:t>
            </a:r>
            <a:r>
              <a:rPr lang="en-US" sz="1000" dirty="0">
                <a:solidFill>
                  <a:srgbClr val="FF0000"/>
                </a:solidFill>
              </a:rPr>
              <a:t>red colored boundary </a:t>
            </a:r>
            <a:r>
              <a:rPr lang="en-US" sz="1000">
                <a:solidFill>
                  <a:srgbClr val="FF0000"/>
                </a:solidFill>
              </a:rPr>
              <a:t>region </a:t>
            </a:r>
            <a:r>
              <a:rPr lang="en-US" sz="1000">
                <a:solidFill>
                  <a:schemeClr val="tx1">
                    <a:lumMod val="95000"/>
                    <a:lumOff val="5000"/>
                  </a:schemeClr>
                </a:solidFill>
              </a:rPr>
              <a:t>shows inaccurate labels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951" y="302789"/>
            <a:ext cx="5908352" cy="28855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736950" y="3368875"/>
            <a:ext cx="76701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Filename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9bK05eBt1GM.wav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4756480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 to 4989279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CLEAN_SPEECH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observation: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There are several silent segments in addition to speech segments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9bK05eBt1GM_SP2">
            <a:hlinkClick r:id="" action="ppaction://media"/>
            <a:extLst>
              <a:ext uri="{FF2B5EF4-FFF2-40B4-BE49-F238E27FC236}">
                <a16:creationId xmlns:a16="http://schemas.microsoft.com/office/drawing/2014/main" id="{F016310F-C074-2630-BCC6-E6D4A0C001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01601" y="1484163"/>
            <a:ext cx="730250" cy="730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4087F3-C657-5FE1-70AC-85D35124FBC6}"/>
              </a:ext>
            </a:extLst>
          </p:cNvPr>
          <p:cNvSpPr/>
          <p:nvPr/>
        </p:nvSpPr>
        <p:spPr>
          <a:xfrm>
            <a:off x="1573742" y="462514"/>
            <a:ext cx="151540" cy="10794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27A6EA-C68D-198B-5087-701E9B39D4A6}"/>
              </a:ext>
            </a:extLst>
          </p:cNvPr>
          <p:cNvSpPr/>
          <p:nvPr/>
        </p:nvSpPr>
        <p:spPr>
          <a:xfrm>
            <a:off x="3461349" y="474453"/>
            <a:ext cx="129396" cy="108908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428457-B526-DB67-178B-9B78D9F0DC00}"/>
              </a:ext>
            </a:extLst>
          </p:cNvPr>
          <p:cNvSpPr/>
          <p:nvPr/>
        </p:nvSpPr>
        <p:spPr>
          <a:xfrm>
            <a:off x="4980598" y="464247"/>
            <a:ext cx="195828" cy="10794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E66FA2-8322-A1E7-DADC-E8DD47E375E7}"/>
              </a:ext>
            </a:extLst>
          </p:cNvPr>
          <p:cNvSpPr/>
          <p:nvPr/>
        </p:nvSpPr>
        <p:spPr>
          <a:xfrm>
            <a:off x="6178669" y="463669"/>
            <a:ext cx="183311" cy="109986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E8F16-0795-AD8A-183A-7B7D27A17318}"/>
              </a:ext>
            </a:extLst>
          </p:cNvPr>
          <p:cNvSpPr txBox="1"/>
          <p:nvPr/>
        </p:nvSpPr>
        <p:spPr>
          <a:xfrm>
            <a:off x="6781748" y="3185034"/>
            <a:ext cx="20164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*The </a:t>
            </a:r>
            <a:r>
              <a:rPr lang="en-US" sz="1000" dirty="0">
                <a:solidFill>
                  <a:srgbClr val="FF0000"/>
                </a:solidFill>
              </a:rPr>
              <a:t>red colored boundary </a:t>
            </a:r>
            <a:r>
              <a:rPr lang="en-US" sz="1000">
                <a:solidFill>
                  <a:srgbClr val="FF0000"/>
                </a:solidFill>
              </a:rPr>
              <a:t>region </a:t>
            </a:r>
            <a:r>
              <a:rPr lang="en-US" sz="1000">
                <a:solidFill>
                  <a:schemeClr val="tx1">
                    <a:lumMod val="95000"/>
                    <a:lumOff val="5000"/>
                  </a:schemeClr>
                </a:solidFill>
              </a:rPr>
              <a:t>shows inaccurate labels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Simple Light</vt:lpstr>
      <vt:lpstr>Qualitative examples of label inaccuracies in the AVA-Speech 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178</cp:revision>
  <dcterms:modified xsi:type="dcterms:W3CDTF">2026-03-05T07:13:01Z</dcterms:modified>
</cp:coreProperties>
</file>